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— Simple Sales Dashboard Design | Power BI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24316E"/>
          </a:solidFill>
          <a:ln w="12700">
            <a:solidFill>
              <a:srgbClr val="3B4A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700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$370.79K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4688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24316E"/>
          </a:solidFill>
          <a:ln w="12700">
            <a:solidFill>
              <a:srgbClr val="3B4A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6700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$50.34K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4688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24316E"/>
          </a:solidFill>
          <a:ln w="12700">
            <a:solidFill>
              <a:srgbClr val="3B4A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6700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1,450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246888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24316E"/>
          </a:solidFill>
          <a:ln w="12700">
            <a:solidFill>
              <a:srgbClr val="3B4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6700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Superstore_Sales.csv  |  Period: Jan 2023 – Dec 2024  |  Visuals: line, bar, donut chart + region slicer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 region leads by a wide margin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generated $168.6K in sales — about 62% more than East and over 3x South — contributing roughly 34% of total company sales.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0920" y="164592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 sees a sharp Q3 seasonal spike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33172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sales rose 73% from Q2 2024 ($19.5K) to Q3 2024 ($33.8K), pointing to a strong seasonal buying window worth targeting.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2519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drives the most profit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holds a 20.8% profit margin vs 12.2% for Office Supplies and just 3.9% for Furniture — 37% of Furniture orders sold at a loss.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0233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0920" y="42519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spikes during the holidays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9400" y="49377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November–December account for roughly 23% of Technology's full-year sales, consistent with year-end electronics demand.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region, category, and month — with a region slicer for interactivity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42004" y="1664208"/>
            <a:ext cx="9307688" cy="4718304"/>
          </a:xfrm>
          <a:prstGeom prst="roundRect">
            <a:avLst>
              <a:gd name="adj" fmla="val 969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pic>
        <p:nvPicPr>
          <p:cNvPr id="5" name="Image 0" descr="/mnt/user-data/uploads/178749062904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156" y="1737360"/>
            <a:ext cx="916138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dashboard was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the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Superstore_Sales.csv into Power BI via Get Data &gt; Text/CSV.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53128" y="146304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1728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the date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 Date into a Month-Year field for time-based grouping.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57616" y="146304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86216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58621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86216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core visuals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86216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line chart (sales by month), bar chart (sales by region), and donut chart (sales by category).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interactivity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Region slicer so viewers can filter every visual at once.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53128" y="352044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3749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81728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 the story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81728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theme, accent color on West's bar, and stat cards for total sales, profit, and orders.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57616" y="3520440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86216" y="3749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586216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86216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and summarize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86216" y="4754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the dashboard as an image/PDF and wrote up the key insights.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2026-08-23T13:18:55Z</dcterms:created>
  <dcterms:modified xsi:type="dcterms:W3CDTF">2026-08-23T13:18:55Z</dcterms:modified>
</cp:coreProperties>
</file>